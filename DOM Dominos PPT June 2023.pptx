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sldIdLst>
    <p:sldId id="256" r:id="rId5"/>
    <p:sldId id="268" r:id="rId6"/>
    <p:sldId id="269" r:id="rId7"/>
    <p:sldId id="270" r:id="rId8"/>
    <p:sldId id="271" r:id="rId9"/>
    <p:sldId id="272" r:id="rId10"/>
    <p:sldId id="273" r:id="rId11"/>
    <p:sldId id="275" r:id="rId12"/>
    <p:sldId id="274" r:id="rId13"/>
    <p:sldId id="276" r:id="rId14"/>
    <p:sldId id="267" r:id="rId15"/>
  </p:sldIdLst>
  <p:sldSz cx="12192000" cy="6858000"/>
  <p:notesSz cx="6858000" cy="9144000"/>
  <p:embeddedFontLst>
    <p:embeddedFont>
      <p:font typeface="Futura PT Cond Extra Bold" panose="020B0602020204020303" pitchFamily="34" charset="-79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8AE"/>
    <a:srgbClr val="E41538"/>
    <a:srgbClr val="0277AD"/>
    <a:srgbClr val="0094F0"/>
    <a:srgbClr val="E31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68"/>
    <p:restoredTop sz="96327"/>
  </p:normalViewPr>
  <p:slideViewPr>
    <p:cSldViewPr snapToGrid="0">
      <p:cViewPr varScale="1">
        <p:scale>
          <a:sx n="157" d="100"/>
          <a:sy n="157" d="100"/>
        </p:scale>
        <p:origin x="12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01367-887A-6BBE-B31D-13C0C9754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GB" altLang="zh-CN" dirty="0"/>
              <a:t>Click to edit Master title style</a:t>
            </a:r>
            <a:endParaRPr kumimoji="1"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A2E5BC-E6A9-DD60-417C-E287680B0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GB" altLang="zh-CN" dirty="0"/>
              <a:t>Click to edit Master subtitle style</a:t>
            </a:r>
            <a:endParaRPr kumimoji="1"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64D17-BCDE-941E-CAB0-D0D8A4A18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3E3C7-3DEB-8A4D-8F8B-120C544C6D42}" type="datetimeFigureOut">
              <a:rPr kumimoji="1" lang="zh-CN" altLang="en-US" smtClean="0"/>
              <a:t>2024/2/15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30F2D-3E83-AEF7-0E0F-0FAB3CB7A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270A7-1557-9E2F-2C77-11FE24741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89DB4-0DF5-6D4C-BD39-104F302FD3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91520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creenshot, text, rectangle&#10;&#10;Description automatically generated">
            <a:extLst>
              <a:ext uri="{FF2B5EF4-FFF2-40B4-BE49-F238E27FC236}">
                <a16:creationId xmlns:a16="http://schemas.microsoft.com/office/drawing/2014/main" id="{5C333FE0-C853-890C-D11B-FE2ED5263E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6FFD68-0A49-EB85-696F-095CEB50EA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779463"/>
          </a:xfrm>
        </p:spPr>
        <p:txBody>
          <a:bodyPr/>
          <a:lstStyle>
            <a:lvl1pPr>
              <a:defRPr b="1" i="0">
                <a:solidFill>
                  <a:srgbClr val="0277AD"/>
                </a:solidFill>
                <a:latin typeface="Futura PT Cond Extra Bold" panose="020B0406020204020203" pitchFamily="34" charset="77"/>
              </a:defRPr>
            </a:lvl1pPr>
          </a:lstStyle>
          <a:p>
            <a:r>
              <a:rPr kumimoji="1" lang="en-GB" altLang="zh-CN" dirty="0"/>
              <a:t>CLICK TO EDIT MASTER TITLE STYLE</a:t>
            </a:r>
            <a:endParaRPr kumimoji="1"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934CA-5F34-6878-CA7F-21AD9F433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GB" altLang="zh-CN"/>
              <a:t>Click to edit Master text styles</a:t>
            </a:r>
          </a:p>
          <a:p>
            <a:pPr lvl="1"/>
            <a:r>
              <a:rPr kumimoji="1" lang="en-GB" altLang="zh-CN"/>
              <a:t>Second level</a:t>
            </a:r>
          </a:p>
          <a:p>
            <a:pPr lvl="2"/>
            <a:r>
              <a:rPr kumimoji="1" lang="en-GB" altLang="zh-CN"/>
              <a:t>Third level</a:t>
            </a:r>
          </a:p>
          <a:p>
            <a:pPr lvl="3"/>
            <a:r>
              <a:rPr kumimoji="1" lang="en-GB" altLang="zh-CN"/>
              <a:t>Fourth level</a:t>
            </a:r>
          </a:p>
          <a:p>
            <a:pPr lvl="4"/>
            <a:r>
              <a:rPr kumimoji="1" lang="en-GB" altLang="zh-CN"/>
              <a:t>Fifth level</a:t>
            </a:r>
            <a:endParaRPr kumimoji="1" lang="zh-CN" altLang="en-US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DB6B9187-E770-B41A-A6C7-33A8CC24D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192000"/>
            <a:ext cx="533400" cy="399600"/>
          </a:xfrm>
        </p:spPr>
        <p:txBody>
          <a:bodyPr/>
          <a:lstStyle>
            <a:lvl1pPr algn="ctr">
              <a:defRPr sz="2000" b="1" i="1">
                <a:solidFill>
                  <a:srgbClr val="0277A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6B89DB4-0DF5-6D4C-BD39-104F302FD371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8204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screenshot, text, rectangle&#10;&#10;Description automatically generated">
            <a:extLst>
              <a:ext uri="{FF2B5EF4-FFF2-40B4-BE49-F238E27FC236}">
                <a16:creationId xmlns:a16="http://schemas.microsoft.com/office/drawing/2014/main" id="{9D778071-ED4E-497B-FBAA-282256A72A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7BF0CB-CFD3-EA75-2D27-F17125836E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779463"/>
          </a:xfrm>
        </p:spPr>
        <p:txBody>
          <a:bodyPr/>
          <a:lstStyle>
            <a:lvl1pPr>
              <a:defRPr b="1" i="0">
                <a:solidFill>
                  <a:srgbClr val="0277AD"/>
                </a:solidFill>
                <a:latin typeface="Futura PT Cond Extra Bold" panose="020B0406020204020203" pitchFamily="34" charset="77"/>
              </a:defRPr>
            </a:lvl1pPr>
          </a:lstStyle>
          <a:p>
            <a:r>
              <a:rPr kumimoji="1" lang="en-GB" altLang="zh-CN" dirty="0"/>
              <a:t>CLICK TO EDIT MASTER TITLE STYLE</a:t>
            </a:r>
            <a:endParaRPr kumimoji="1"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4E051-F5B0-6328-E46B-65FE8981AA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GB" altLang="zh-CN" dirty="0"/>
              <a:t>Click to edit Master text styles</a:t>
            </a:r>
          </a:p>
          <a:p>
            <a:pPr lvl="1"/>
            <a:r>
              <a:rPr kumimoji="1" lang="en-GB" altLang="zh-CN" dirty="0"/>
              <a:t>Second level</a:t>
            </a:r>
          </a:p>
          <a:p>
            <a:pPr lvl="2"/>
            <a:r>
              <a:rPr kumimoji="1" lang="en-GB" altLang="zh-CN" dirty="0"/>
              <a:t>Third level</a:t>
            </a:r>
          </a:p>
          <a:p>
            <a:pPr lvl="3"/>
            <a:r>
              <a:rPr kumimoji="1" lang="en-GB" altLang="zh-CN" dirty="0"/>
              <a:t>Fourth level</a:t>
            </a:r>
          </a:p>
          <a:p>
            <a:pPr lvl="4"/>
            <a:r>
              <a:rPr kumimoji="1" lang="en-GB" altLang="zh-CN" dirty="0"/>
              <a:t>Fifth level</a:t>
            </a:r>
            <a:endParaRPr kumimoji="1" lang="zh-CN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0B0C8A-B077-EE6F-6223-EFBE54AB9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GB" altLang="zh-CN"/>
              <a:t>Click to edit Master text styles</a:t>
            </a:r>
          </a:p>
          <a:p>
            <a:pPr lvl="1"/>
            <a:r>
              <a:rPr kumimoji="1" lang="en-GB" altLang="zh-CN"/>
              <a:t>Second level</a:t>
            </a:r>
          </a:p>
          <a:p>
            <a:pPr lvl="2"/>
            <a:r>
              <a:rPr kumimoji="1" lang="en-GB" altLang="zh-CN"/>
              <a:t>Third level</a:t>
            </a:r>
          </a:p>
          <a:p>
            <a:pPr lvl="3"/>
            <a:r>
              <a:rPr kumimoji="1" lang="en-GB" altLang="zh-CN"/>
              <a:t>Fourth level</a:t>
            </a:r>
          </a:p>
          <a:p>
            <a:pPr lvl="4"/>
            <a:r>
              <a:rPr kumimoji="1" lang="en-GB" altLang="zh-CN"/>
              <a:t>Fifth level</a:t>
            </a:r>
            <a:endParaRPr kumimoji="1" lang="zh-CN" alt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F88FD5D0-480F-5AD8-3C21-A1AB636F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192000"/>
            <a:ext cx="533400" cy="399600"/>
          </a:xfrm>
        </p:spPr>
        <p:txBody>
          <a:bodyPr/>
          <a:lstStyle>
            <a:lvl1pPr algn="ctr">
              <a:defRPr sz="2000" b="1" i="1">
                <a:solidFill>
                  <a:srgbClr val="0277A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6B89DB4-0DF5-6D4C-BD39-104F302FD371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4953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screenshot, text, rectangle&#10;&#10;Description automatically generated">
            <a:extLst>
              <a:ext uri="{FF2B5EF4-FFF2-40B4-BE49-F238E27FC236}">
                <a16:creationId xmlns:a16="http://schemas.microsoft.com/office/drawing/2014/main" id="{EDF791FF-F880-00C3-5A44-98B2860CEC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6DE9E-637D-BDFD-CEFB-5866A9D8B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GB" altLang="zh-CN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3BDE8-8D21-B1D4-11B8-1A535E728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GB" altLang="zh-CN"/>
              <a:t>Click to edit Master text styles</a:t>
            </a:r>
          </a:p>
          <a:p>
            <a:pPr lvl="1"/>
            <a:r>
              <a:rPr kumimoji="1" lang="en-GB" altLang="zh-CN"/>
              <a:t>Second level</a:t>
            </a:r>
          </a:p>
          <a:p>
            <a:pPr lvl="2"/>
            <a:r>
              <a:rPr kumimoji="1" lang="en-GB" altLang="zh-CN"/>
              <a:t>Third level</a:t>
            </a:r>
          </a:p>
          <a:p>
            <a:pPr lvl="3"/>
            <a:r>
              <a:rPr kumimoji="1" lang="en-GB" altLang="zh-CN"/>
              <a:t>Fourth level</a:t>
            </a:r>
          </a:p>
          <a:p>
            <a:pPr lvl="4"/>
            <a:r>
              <a:rPr kumimoji="1" lang="en-GB" altLang="zh-CN"/>
              <a:t>Fifth level</a:t>
            </a:r>
            <a:endParaRPr kumimoji="1"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AF65F5-F7C6-3226-C8EE-7149BCB3B0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GB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9CD64D-EEA7-A39B-584C-2EE09480A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GB" altLang="zh-CN" dirty="0"/>
              <a:t>Click to edit Master text styles</a:t>
            </a:r>
          </a:p>
          <a:p>
            <a:pPr lvl="1"/>
            <a:r>
              <a:rPr kumimoji="1" lang="en-GB" altLang="zh-CN" dirty="0"/>
              <a:t>Second level</a:t>
            </a:r>
          </a:p>
          <a:p>
            <a:pPr lvl="2"/>
            <a:r>
              <a:rPr kumimoji="1" lang="en-GB" altLang="zh-CN" dirty="0"/>
              <a:t>Third level</a:t>
            </a:r>
          </a:p>
          <a:p>
            <a:pPr lvl="3"/>
            <a:r>
              <a:rPr kumimoji="1" lang="en-GB" altLang="zh-CN" dirty="0"/>
              <a:t>Fourth level</a:t>
            </a:r>
          </a:p>
          <a:p>
            <a:pPr lvl="4"/>
            <a:r>
              <a:rPr kumimoji="1" lang="en-GB" altLang="zh-CN" dirty="0"/>
              <a:t>Fifth level</a:t>
            </a:r>
            <a:endParaRPr kumimoji="1" lang="zh-CN" alt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C5A00222-888F-C8EE-30E1-F372D744A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192000"/>
            <a:ext cx="533400" cy="399600"/>
          </a:xfrm>
        </p:spPr>
        <p:txBody>
          <a:bodyPr/>
          <a:lstStyle>
            <a:lvl1pPr algn="ctr">
              <a:defRPr sz="2000" b="1" i="1">
                <a:solidFill>
                  <a:srgbClr val="0277A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6B89DB4-0DF5-6D4C-BD39-104F302FD371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05CC3EE-26B6-9BA2-6BC1-D16EAC9E8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779463"/>
          </a:xfrm>
        </p:spPr>
        <p:txBody>
          <a:bodyPr/>
          <a:lstStyle>
            <a:lvl1pPr>
              <a:defRPr b="1" i="0">
                <a:solidFill>
                  <a:srgbClr val="0277AD"/>
                </a:solidFill>
                <a:latin typeface="Futura PT Cond Extra Bold" panose="020B0406020204020203" pitchFamily="34" charset="77"/>
              </a:defRPr>
            </a:lvl1pPr>
          </a:lstStyle>
          <a:p>
            <a:r>
              <a:rPr kumimoji="1" lang="en-GB" altLang="zh-CN" dirty="0"/>
              <a:t>CLICK TO EDIT MASTER TITLE STYLE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3643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creenshot, graphics, rectangle, graphic design&#10;&#10;Description automatically generated">
            <a:extLst>
              <a:ext uri="{FF2B5EF4-FFF2-40B4-BE49-F238E27FC236}">
                <a16:creationId xmlns:a16="http://schemas.microsoft.com/office/drawing/2014/main" id="{0D172693-07D9-88E4-0855-F9FC4BC851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8EB69B-F815-46E1-13BC-53403B5F4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192000"/>
            <a:ext cx="533400" cy="399600"/>
          </a:xfrm>
        </p:spPr>
        <p:txBody>
          <a:bodyPr/>
          <a:lstStyle>
            <a:lvl1pPr algn="ctr">
              <a:defRPr sz="2000" b="1" i="1">
                <a:solidFill>
                  <a:srgbClr val="0277A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6B89DB4-0DF5-6D4C-BD39-104F302FD371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9D4588-71F5-45D8-38E8-E81ACB55D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779463"/>
          </a:xfr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Futura PT Cond Extra Bold" panose="020B0406020204020203" pitchFamily="34" charset="77"/>
              </a:defRPr>
            </a:lvl1pPr>
          </a:lstStyle>
          <a:p>
            <a:r>
              <a:rPr kumimoji="1" lang="en-GB" altLang="zh-CN" dirty="0"/>
              <a:t>CLICK TO EDIT MASTER TITLE STYLE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6412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creenshot, text, rectangle&#10;&#10;Description automatically generated">
            <a:extLst>
              <a:ext uri="{FF2B5EF4-FFF2-40B4-BE49-F238E27FC236}">
                <a16:creationId xmlns:a16="http://schemas.microsoft.com/office/drawing/2014/main" id="{9084B18E-9033-E084-BA73-4A483E6945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5A94F24-B959-A739-B8F2-95C6BFBE7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192000"/>
            <a:ext cx="533400" cy="399600"/>
          </a:xfrm>
        </p:spPr>
        <p:txBody>
          <a:bodyPr/>
          <a:lstStyle>
            <a:lvl1pPr algn="ctr">
              <a:defRPr sz="2000" b="1" i="1">
                <a:solidFill>
                  <a:srgbClr val="0277A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6B89DB4-0DF5-6D4C-BD39-104F302FD371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83C1908-7733-AF64-A560-BD4F4CF80C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779463"/>
          </a:xfrm>
        </p:spPr>
        <p:txBody>
          <a:bodyPr/>
          <a:lstStyle>
            <a:lvl1pPr>
              <a:defRPr b="1" i="0">
                <a:solidFill>
                  <a:srgbClr val="0277AD"/>
                </a:solidFill>
                <a:latin typeface="Futura PT Cond Extra Bold" panose="020B0406020204020203" pitchFamily="34" charset="77"/>
              </a:defRPr>
            </a:lvl1pPr>
          </a:lstStyle>
          <a:p>
            <a:r>
              <a:rPr kumimoji="1" lang="en-GB" altLang="zh-CN" dirty="0"/>
              <a:t>CLICK TO EDIT MASTER TITLE STYLE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988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861AF-7AAE-619B-3F19-D511C7E55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GB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978A2-950A-20EB-6211-65F9CC6A2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GB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45D0A-CB2D-778E-398F-FA299B5B8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3E3C7-3DEB-8A4D-8F8B-120C544C6D42}" type="datetimeFigureOut">
              <a:rPr kumimoji="1" lang="zh-CN" altLang="en-US" smtClean="0"/>
              <a:t>2024/2/15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0DDD7-3D3C-BEC8-147C-3A330E35A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40D7D-97A3-968C-BCA8-704654D0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89DB4-0DF5-6D4C-BD39-104F302FD3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3773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FEEA4F-595D-2E51-329E-D8A7101FF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3E3C7-3DEB-8A4D-8F8B-120C544C6D42}" type="datetimeFigureOut">
              <a:rPr kumimoji="1" lang="zh-CN" altLang="en-US" smtClean="0"/>
              <a:t>2024/2/15</a:t>
            </a:fld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DD3C8C-025F-1692-44AA-D910CF40C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1F376-CE60-6A5D-25A5-4C7650A5A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89DB4-0DF5-6D4C-BD39-104F302FD3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7097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87402-9B1A-1CB9-C25C-979E79747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GB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F6A80-1EA8-F307-4722-878AFEE32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GB" altLang="zh-CN"/>
              <a:t>Click to edit Master text styles</a:t>
            </a:r>
          </a:p>
          <a:p>
            <a:pPr lvl="1"/>
            <a:r>
              <a:rPr kumimoji="1" lang="en-GB" altLang="zh-CN"/>
              <a:t>Second level</a:t>
            </a:r>
          </a:p>
          <a:p>
            <a:pPr lvl="2"/>
            <a:r>
              <a:rPr kumimoji="1" lang="en-GB" altLang="zh-CN"/>
              <a:t>Third level</a:t>
            </a:r>
          </a:p>
          <a:p>
            <a:pPr lvl="3"/>
            <a:r>
              <a:rPr kumimoji="1" lang="en-GB" altLang="zh-CN"/>
              <a:t>Fourth level</a:t>
            </a:r>
          </a:p>
          <a:p>
            <a:pPr lvl="4"/>
            <a:r>
              <a:rPr kumimoji="1" lang="en-GB" altLang="zh-CN"/>
              <a:t>Fifth level</a:t>
            </a:r>
            <a:endParaRPr kumimoji="1"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D9B91-E839-9162-CE6F-4D740B111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GB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67E80-CBBA-E212-2012-D11AF8C1B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3E3C7-3DEB-8A4D-8F8B-120C544C6D42}" type="datetimeFigureOut">
              <a:rPr kumimoji="1" lang="zh-CN" altLang="en-US" smtClean="0"/>
              <a:t>2024/2/15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6FA39-8249-1C52-2019-349A0F5B7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85D54-B166-0455-A639-AA6167406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89DB4-0DF5-6D4C-BD39-104F302FD3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4253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6827F-AD42-14D7-C74B-0E553C5D7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GB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8D9B87-D239-05AF-B261-2A617366FE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365FF-4556-4A07-D8E9-FC593D1DD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GB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C3517-E25F-5DE5-19DA-F91EA736E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3E3C7-3DEB-8A4D-8F8B-120C544C6D42}" type="datetimeFigureOut">
              <a:rPr kumimoji="1" lang="zh-CN" altLang="en-US" smtClean="0"/>
              <a:t>2024/2/15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BE7AC-F6B1-423E-0249-02014D228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1933A-24D3-A334-BD42-13DDFF684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89DB4-0DF5-6D4C-BD39-104F302FD3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1113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2169D-ACC9-DE5A-8757-87EAC670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0B7F3E-06F9-6447-91D8-91507A613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GB" altLang="zh-CN"/>
              <a:t>Click to edit Master text styles</a:t>
            </a:r>
          </a:p>
          <a:p>
            <a:pPr lvl="1"/>
            <a:r>
              <a:rPr kumimoji="1" lang="en-GB" altLang="zh-CN"/>
              <a:t>Second level</a:t>
            </a:r>
          </a:p>
          <a:p>
            <a:pPr lvl="2"/>
            <a:r>
              <a:rPr kumimoji="1" lang="en-GB" altLang="zh-CN"/>
              <a:t>Third level</a:t>
            </a:r>
          </a:p>
          <a:p>
            <a:pPr lvl="3"/>
            <a:r>
              <a:rPr kumimoji="1" lang="en-GB" altLang="zh-CN"/>
              <a:t>Fourth level</a:t>
            </a:r>
          </a:p>
          <a:p>
            <a:pPr lvl="4"/>
            <a:r>
              <a:rPr kumimoji="1" lang="en-GB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0D9EA-0C57-6254-FFB0-9B34EA792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3E3C7-3DEB-8A4D-8F8B-120C544C6D42}" type="datetimeFigureOut">
              <a:rPr kumimoji="1" lang="zh-CN" altLang="en-US" smtClean="0"/>
              <a:t>2024/2/15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B97D0-CC79-4781-7FC5-36A92313A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9A39B-CAD7-0E3C-A767-8DD5CFA0A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89DB4-0DF5-6D4C-BD39-104F302FD3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9005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C550DE-5524-F821-3C71-E75A7ACC42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GB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74D08-2F89-C0D9-247F-19E60B7733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GB" altLang="zh-CN"/>
              <a:t>Click to edit Master text styles</a:t>
            </a:r>
          </a:p>
          <a:p>
            <a:pPr lvl="1"/>
            <a:r>
              <a:rPr kumimoji="1" lang="en-GB" altLang="zh-CN"/>
              <a:t>Second level</a:t>
            </a:r>
          </a:p>
          <a:p>
            <a:pPr lvl="2"/>
            <a:r>
              <a:rPr kumimoji="1" lang="en-GB" altLang="zh-CN"/>
              <a:t>Third level</a:t>
            </a:r>
          </a:p>
          <a:p>
            <a:pPr lvl="3"/>
            <a:r>
              <a:rPr kumimoji="1" lang="en-GB" altLang="zh-CN"/>
              <a:t>Fourth level</a:t>
            </a:r>
          </a:p>
          <a:p>
            <a:pPr lvl="4"/>
            <a:r>
              <a:rPr kumimoji="1" lang="en-GB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117EC-E352-2F8A-360C-82F4312A7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3E3C7-3DEB-8A4D-8F8B-120C544C6D42}" type="datetimeFigureOut">
              <a:rPr kumimoji="1" lang="zh-CN" altLang="en-US" smtClean="0"/>
              <a:t>2024/2/15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55FDB-675D-37E5-3BEA-FD9C1474A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0CE01-FE03-90EC-DEE2-84570E24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89DB4-0DF5-6D4C-BD39-104F302FD3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7801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757B16-9C96-82F0-D40D-967336F66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GB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6A0F7-D18B-1E17-0E95-1E49E81A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GB" altLang="zh-CN"/>
              <a:t>Click to edit Master text styles</a:t>
            </a:r>
          </a:p>
          <a:p>
            <a:pPr lvl="1"/>
            <a:r>
              <a:rPr kumimoji="1" lang="en-GB" altLang="zh-CN"/>
              <a:t>Second level</a:t>
            </a:r>
          </a:p>
          <a:p>
            <a:pPr lvl="2"/>
            <a:r>
              <a:rPr kumimoji="1" lang="en-GB" altLang="zh-CN"/>
              <a:t>Third level</a:t>
            </a:r>
          </a:p>
          <a:p>
            <a:pPr lvl="3"/>
            <a:r>
              <a:rPr kumimoji="1" lang="en-GB" altLang="zh-CN"/>
              <a:t>Fourth level</a:t>
            </a:r>
          </a:p>
          <a:p>
            <a:pPr lvl="4"/>
            <a:r>
              <a:rPr kumimoji="1" lang="en-GB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6E3E2-B6E7-EDF1-AA8D-9244525E3A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3E3C7-3DEB-8A4D-8F8B-120C544C6D42}" type="datetimeFigureOut">
              <a:rPr kumimoji="1" lang="zh-CN" altLang="en-US" smtClean="0"/>
              <a:t>2024/2/15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EA768-5184-D775-9426-1F61B198D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3D5ED-EC65-04C8-DDEA-D6323207F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89DB4-0DF5-6D4C-BD39-104F302FD3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1106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60" r:id="rId6"/>
    <p:sldLayoutId id="2147483651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blue and black square with a white circle in the center&#10;&#10;Description automatically generated with low confidence">
            <a:extLst>
              <a:ext uri="{FF2B5EF4-FFF2-40B4-BE49-F238E27FC236}">
                <a16:creationId xmlns:a16="http://schemas.microsoft.com/office/drawing/2014/main" id="{054EA720-317D-41D7-3301-3AC3C3165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775BD-ECF5-4192-03B8-4B780AD6E2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91112" y="403225"/>
            <a:ext cx="2743200" cy="365125"/>
          </a:xfrm>
        </p:spPr>
        <p:txBody>
          <a:bodyPr/>
          <a:lstStyle>
            <a:lvl1pPr>
              <a:defRPr sz="2000" b="0" i="0">
                <a:solidFill>
                  <a:srgbClr val="0277AD"/>
                </a:solidFill>
                <a:latin typeface="Pizza Press" panose="02000506040000020004" pitchFamily="2" charset="0"/>
              </a:defRPr>
            </a:lvl1pPr>
          </a:lstStyle>
          <a:p>
            <a:r>
              <a:rPr lang="en-US" dirty="0"/>
              <a:t>ASIA PACIFIC       EUROPE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E2557B7-7060-649F-0E08-45AB9585865E}"/>
              </a:ext>
            </a:extLst>
          </p:cNvPr>
          <p:cNvCxnSpPr>
            <a:cxnSpLocks/>
          </p:cNvCxnSpPr>
          <p:nvPr/>
        </p:nvCxnSpPr>
        <p:spPr>
          <a:xfrm>
            <a:off x="10453627" y="503724"/>
            <a:ext cx="0" cy="164125"/>
          </a:xfrm>
          <a:prstGeom prst="line">
            <a:avLst/>
          </a:prstGeom>
          <a:ln w="34925" cap="rnd">
            <a:solidFill>
              <a:srgbClr val="E319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98B1C2DE-25BE-3D85-A65F-4904DC51885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80000" y="3578399"/>
            <a:ext cx="5712000" cy="1910859"/>
          </a:xfrm>
          <a:noFill/>
        </p:spPr>
        <p:txBody>
          <a:bodyPr anchor="b">
            <a:normAutofit/>
          </a:bodyPr>
          <a:lstStyle>
            <a:lvl1pPr algn="l">
              <a:lnSpc>
                <a:spcPct val="70000"/>
              </a:lnSpc>
              <a:defRPr sz="8000" b="1" i="0">
                <a:solidFill>
                  <a:srgbClr val="0277AD"/>
                </a:solidFill>
                <a:latin typeface="Futura PT Cond Extra Bold" panose="020B0406020204020203" pitchFamily="34" charset="77"/>
              </a:defRPr>
            </a:lvl1pPr>
          </a:lstStyle>
          <a:p>
            <a:r>
              <a:rPr lang="en-AU" dirty="0"/>
              <a:t>QE Day</a:t>
            </a:r>
            <a:endParaRPr lang="en-US" dirty="0"/>
          </a:p>
        </p:txBody>
      </p:sp>
      <p:pic>
        <p:nvPicPr>
          <p:cNvPr id="8" name="Picture 7" descr="A black screen with blue text&#10;&#10;Description automatically generated with low confidence">
            <a:extLst>
              <a:ext uri="{FF2B5EF4-FFF2-40B4-BE49-F238E27FC236}">
                <a16:creationId xmlns:a16="http://schemas.microsoft.com/office/drawing/2014/main" id="{DD2845B3-8BAC-4777-AF4B-CEB11FABD6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150" t="40170" b="47822"/>
          <a:stretch/>
        </p:blipFill>
        <p:spPr>
          <a:xfrm>
            <a:off x="6480000" y="2754922"/>
            <a:ext cx="5712000" cy="82347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730BDCF-457C-7C10-5DC8-323039BE7128}"/>
              </a:ext>
            </a:extLst>
          </p:cNvPr>
          <p:cNvSpPr txBox="1">
            <a:spLocks/>
          </p:cNvSpPr>
          <p:nvPr/>
        </p:nvSpPr>
        <p:spPr>
          <a:xfrm>
            <a:off x="6534184" y="5351440"/>
            <a:ext cx="5169878" cy="588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800" b="1" i="1" dirty="0">
                <a:solidFill>
                  <a:srgbClr val="0277A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</a:t>
            </a:r>
            <a:r>
              <a:rPr lang="zh-CN" altLang="en-US" sz="1800" b="1" i="1" dirty="0">
                <a:solidFill>
                  <a:srgbClr val="0277A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800" b="1" i="1" dirty="0">
                <a:solidFill>
                  <a:srgbClr val="0277A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</a:t>
            </a:r>
            <a:endParaRPr lang="en-US" sz="1800" b="0" i="0" dirty="0">
              <a:solidFill>
                <a:srgbClr val="0078A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881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B4C7652A-401A-86BB-1B8A-28DE78FF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 descr="A picture containing circle, graphics, clipart, screenshot&#10;&#10;Description automatically generated">
            <a:extLst>
              <a:ext uri="{FF2B5EF4-FFF2-40B4-BE49-F238E27FC236}">
                <a16:creationId xmlns:a16="http://schemas.microsoft.com/office/drawing/2014/main" id="{ECD39947-700C-6BB5-C187-202FD0B31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955437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274C7EFB-3232-01F7-EE24-0C5E763FC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AU" dirty="0"/>
              <a:t>Intro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AU" dirty="0"/>
              <a:t>Tech Stack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AU" dirty="0"/>
              <a:t>Types of Components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AU" dirty="0"/>
              <a:t>Use PF pipeline-as-a-service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AU" dirty="0"/>
              <a:t>Ways of Working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AU" dirty="0"/>
              <a:t>Technologies(Automation)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AU" dirty="0"/>
              <a:t>Environments 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AU" dirty="0"/>
              <a:t>Code Changes Testing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16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B4C7652A-401A-86BB-1B8A-28DE78FF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925" y="479493"/>
            <a:ext cx="10501875" cy="1325563"/>
          </a:xfrm>
        </p:spPr>
        <p:txBody>
          <a:bodyPr>
            <a:normAutofit/>
          </a:bodyPr>
          <a:lstStyle/>
          <a:p>
            <a:r>
              <a:rPr lang="en-US" dirty="0"/>
              <a:t>1. Intro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274C7EFB-3232-01F7-EE24-0C5E763FC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AU" dirty="0"/>
              <a:t>Scope</a:t>
            </a:r>
          </a:p>
          <a:p>
            <a:pPr lvl="1"/>
            <a:r>
              <a:rPr lang="en-AU" dirty="0" err="1"/>
              <a:t>Services.Checkout</a:t>
            </a:r>
            <a:endParaRPr lang="en-AU" dirty="0"/>
          </a:p>
          <a:p>
            <a:pPr lvl="1"/>
            <a:r>
              <a:rPr lang="en-AU" dirty="0" err="1"/>
              <a:t>Services.Order</a:t>
            </a:r>
            <a:endParaRPr lang="en-AU" dirty="0"/>
          </a:p>
          <a:p>
            <a:pPr lvl="1"/>
            <a:r>
              <a:rPr lang="en-AU" dirty="0" err="1"/>
              <a:t>Services.statusrouter</a:t>
            </a:r>
            <a:endParaRPr lang="en-AU" dirty="0"/>
          </a:p>
          <a:p>
            <a:pPr lvl="1"/>
            <a:r>
              <a:rPr lang="en-AU" dirty="0"/>
              <a:t>Revenue assurance tool</a:t>
            </a:r>
          </a:p>
          <a:p>
            <a:pPr lvl="1"/>
            <a:r>
              <a:rPr lang="en-AU" dirty="0"/>
              <a:t>Graph/web</a:t>
            </a:r>
          </a:p>
          <a:p>
            <a:pPr lvl="1"/>
            <a:r>
              <a:rPr lang="en-AU" dirty="0"/>
              <a:t>Payment services(</a:t>
            </a:r>
            <a:r>
              <a:rPr lang="en-AU" dirty="0" err="1"/>
              <a:t>adyen,GMO</a:t>
            </a:r>
            <a:r>
              <a:rPr lang="en-AU" dirty="0"/>
              <a:t>)</a:t>
            </a:r>
          </a:p>
          <a:p>
            <a:pPr lvl="1"/>
            <a:r>
              <a:rPr lang="en-AU" dirty="0"/>
              <a:t>Lambda services for BI</a:t>
            </a:r>
          </a:p>
          <a:p>
            <a:pPr lvl="1"/>
            <a:r>
              <a:rPr lang="en-AU" dirty="0"/>
              <a:t>Kiosks</a:t>
            </a:r>
          </a:p>
          <a:p>
            <a:pPr lvl="1"/>
            <a:r>
              <a:rPr lang="en-AU" dirty="0"/>
              <a:t>Service </a:t>
            </a:r>
            <a:r>
              <a:rPr lang="en-AU" dirty="0" err="1"/>
              <a:t>Resty</a:t>
            </a:r>
            <a:endParaRPr lang="en-AU" dirty="0"/>
          </a:p>
          <a:p>
            <a:pPr lvl="1"/>
            <a:endParaRPr lang="en-AU" dirty="0"/>
          </a:p>
          <a:p>
            <a:endParaRPr lang="en-US" dirty="0"/>
          </a:p>
        </p:txBody>
      </p:sp>
      <p:sp>
        <p:nvSpPr>
          <p:cNvPr id="3" name="Content Placeholder 19">
            <a:extLst>
              <a:ext uri="{FF2B5EF4-FFF2-40B4-BE49-F238E27FC236}">
                <a16:creationId xmlns:a16="http://schemas.microsoft.com/office/drawing/2014/main" id="{F23A3674-4E44-5473-21F2-3F9AF795D8B1}"/>
              </a:ext>
            </a:extLst>
          </p:cNvPr>
          <p:cNvSpPr txBox="1">
            <a:spLocks/>
          </p:cNvSpPr>
          <p:nvPr/>
        </p:nvSpPr>
        <p:spPr>
          <a:xfrm>
            <a:off x="1066437" y="1984443"/>
            <a:ext cx="4050795" cy="41925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BA&amp;SM</a:t>
            </a:r>
          </a:p>
          <a:p>
            <a:pPr lvl="1"/>
            <a:r>
              <a:rPr lang="en-AU"/>
              <a:t>Briana (BA)</a:t>
            </a:r>
          </a:p>
          <a:p>
            <a:pPr lvl="1"/>
            <a:r>
              <a:rPr lang="en-AU"/>
              <a:t>Chris Van-Voorst(SM)</a:t>
            </a:r>
          </a:p>
          <a:p>
            <a:r>
              <a:rPr lang="en-AU"/>
              <a:t>DEV</a:t>
            </a:r>
          </a:p>
          <a:p>
            <a:pPr lvl="1"/>
            <a:r>
              <a:rPr lang="en-AU"/>
              <a:t>Vincent Zou (lead)</a:t>
            </a:r>
          </a:p>
          <a:p>
            <a:pPr lvl="1"/>
            <a:r>
              <a:rPr lang="en-AU"/>
              <a:t>CJ Ding</a:t>
            </a:r>
          </a:p>
          <a:p>
            <a:pPr lvl="1"/>
            <a:r>
              <a:rPr lang="en-AU"/>
              <a:t>Moe Homayooni</a:t>
            </a:r>
          </a:p>
          <a:p>
            <a:pPr lvl="1"/>
            <a:r>
              <a:rPr lang="en-AU"/>
              <a:t>Kalpa</a:t>
            </a:r>
          </a:p>
          <a:p>
            <a:pPr lvl="1"/>
            <a:r>
              <a:rPr lang="en-AU"/>
              <a:t>Usman </a:t>
            </a:r>
          </a:p>
          <a:p>
            <a:pPr lvl="1"/>
            <a:r>
              <a:rPr lang="en-AU"/>
              <a:t>Waris</a:t>
            </a:r>
          </a:p>
          <a:p>
            <a:r>
              <a:rPr lang="en-AU"/>
              <a:t>QE</a:t>
            </a:r>
          </a:p>
          <a:p>
            <a:pPr lvl="1"/>
            <a:r>
              <a:rPr lang="en-AU"/>
              <a:t>Feng Xiao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653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B4C7652A-401A-86BB-1B8A-28DE78FF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925" y="479493"/>
            <a:ext cx="10501875" cy="1325563"/>
          </a:xfrm>
        </p:spPr>
        <p:txBody>
          <a:bodyPr>
            <a:normAutofit/>
          </a:bodyPr>
          <a:lstStyle/>
          <a:p>
            <a:r>
              <a:rPr lang="en-US" altLang="zh-CN" dirty="0"/>
              <a:t>2</a:t>
            </a:r>
            <a:r>
              <a:rPr lang="en-US" dirty="0"/>
              <a:t>. Tech Stack</a:t>
            </a:r>
          </a:p>
        </p:txBody>
      </p:sp>
      <p:sp>
        <p:nvSpPr>
          <p:cNvPr id="3" name="Content Placeholder 19">
            <a:extLst>
              <a:ext uri="{FF2B5EF4-FFF2-40B4-BE49-F238E27FC236}">
                <a16:creationId xmlns:a16="http://schemas.microsoft.com/office/drawing/2014/main" id="{F23A3674-4E44-5473-21F2-3F9AF795D8B1}"/>
              </a:ext>
            </a:extLst>
          </p:cNvPr>
          <p:cNvSpPr txBox="1">
            <a:spLocks/>
          </p:cNvSpPr>
          <p:nvPr/>
        </p:nvSpPr>
        <p:spPr>
          <a:xfrm>
            <a:off x="1066437" y="1984443"/>
            <a:ext cx="4050795" cy="419252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dirty="0"/>
          </a:p>
          <a:p>
            <a:r>
              <a:rPr lang="en-AU" dirty="0"/>
              <a:t>1. Operating System (OS)</a:t>
            </a:r>
          </a:p>
          <a:p>
            <a:pPr lvl="1"/>
            <a:r>
              <a:rPr lang="en-AU" dirty="0"/>
              <a:t>Mac and Windows</a:t>
            </a:r>
          </a:p>
          <a:p>
            <a:r>
              <a:rPr lang="en-AU" dirty="0"/>
              <a:t>2. Languages and Framework</a:t>
            </a:r>
          </a:p>
          <a:p>
            <a:pPr lvl="1"/>
            <a:r>
              <a:rPr lang="en-AU" dirty="0"/>
              <a:t>B: C# and </a:t>
            </a:r>
            <a:r>
              <a:rPr lang="en-AU" dirty="0" err="1"/>
              <a:t>.Net</a:t>
            </a:r>
            <a:r>
              <a:rPr lang="en-AU" dirty="0"/>
              <a:t> Core, </a:t>
            </a:r>
            <a:r>
              <a:rPr lang="en-AU" dirty="0" err="1"/>
              <a:t>RestSharp</a:t>
            </a:r>
            <a:endParaRPr lang="en-AU" dirty="0"/>
          </a:p>
          <a:p>
            <a:pPr lvl="1"/>
            <a:r>
              <a:rPr lang="en-AU" dirty="0"/>
              <a:t>F: HTML, CSS, Java Script, TypeScript, React, </a:t>
            </a:r>
          </a:p>
          <a:p>
            <a:pPr lvl="1"/>
            <a:r>
              <a:rPr lang="en-AU" dirty="0"/>
              <a:t>T: </a:t>
            </a:r>
            <a:r>
              <a:rPr lang="en-AU" dirty="0" err="1"/>
              <a:t>Webdriver</a:t>
            </a:r>
            <a:r>
              <a:rPr lang="en-AU" dirty="0"/>
              <a:t> IO, Jest, Chai, Mocha, </a:t>
            </a:r>
            <a:r>
              <a:rPr lang="en-AU" dirty="0" err="1"/>
              <a:t>Mountbank</a:t>
            </a:r>
            <a:r>
              <a:rPr lang="en-AU" dirty="0"/>
              <a:t> etc</a:t>
            </a:r>
          </a:p>
          <a:p>
            <a:r>
              <a:rPr lang="en-AU" dirty="0"/>
              <a:t>3. Version Control </a:t>
            </a:r>
          </a:p>
          <a:p>
            <a:pPr lvl="1"/>
            <a:r>
              <a:rPr lang="en-AU" dirty="0"/>
              <a:t>Git</a:t>
            </a:r>
          </a:p>
          <a:p>
            <a:r>
              <a:rPr lang="en-AU" dirty="0"/>
              <a:t>4. Cloud Services </a:t>
            </a:r>
          </a:p>
          <a:p>
            <a:pPr lvl="1"/>
            <a:r>
              <a:rPr lang="en-AU" dirty="0"/>
              <a:t>Azure and AWS</a:t>
            </a:r>
          </a:p>
          <a:p>
            <a:r>
              <a:rPr lang="en-AU" dirty="0"/>
              <a:t>5. IDE</a:t>
            </a:r>
          </a:p>
          <a:p>
            <a:pPr lvl="1"/>
            <a:r>
              <a:rPr lang="en-AU" dirty="0"/>
              <a:t>VSCODE and </a:t>
            </a:r>
            <a:r>
              <a:rPr lang="en-AU" dirty="0" err="1"/>
              <a:t>VisualStudio</a:t>
            </a:r>
            <a:endParaRPr lang="en-AU" dirty="0"/>
          </a:p>
          <a:p>
            <a:pPr marL="457200" lvl="1" indent="0">
              <a:buNone/>
            </a:pPr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2" name="Picture 1" descr="A picture containing graphics, circle, logo, font&#10;&#10;Description automatically generated">
            <a:extLst>
              <a:ext uri="{FF2B5EF4-FFF2-40B4-BE49-F238E27FC236}">
                <a16:creationId xmlns:a16="http://schemas.microsoft.com/office/drawing/2014/main" id="{2E41F2C0-BF37-922A-F6B5-315A005DF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050" y="1658481"/>
            <a:ext cx="4720026" cy="472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70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B4C7652A-401A-86BB-1B8A-28DE78FF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925" y="479493"/>
            <a:ext cx="10501875" cy="1325563"/>
          </a:xfrm>
        </p:spPr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en-US" dirty="0"/>
              <a:t>. Types of components delivered</a:t>
            </a:r>
          </a:p>
        </p:txBody>
      </p:sp>
      <p:sp>
        <p:nvSpPr>
          <p:cNvPr id="3" name="Content Placeholder 19">
            <a:extLst>
              <a:ext uri="{FF2B5EF4-FFF2-40B4-BE49-F238E27FC236}">
                <a16:creationId xmlns:a16="http://schemas.microsoft.com/office/drawing/2014/main" id="{F23A3674-4E44-5473-21F2-3F9AF795D8B1}"/>
              </a:ext>
            </a:extLst>
          </p:cNvPr>
          <p:cNvSpPr txBox="1">
            <a:spLocks/>
          </p:cNvSpPr>
          <p:nvPr/>
        </p:nvSpPr>
        <p:spPr>
          <a:xfrm>
            <a:off x="1066437" y="1984443"/>
            <a:ext cx="9110716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457200" lvl="1" indent="0">
              <a:buNone/>
            </a:pPr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0B22AE-40AB-2D92-0E07-36F840D3D4A5}"/>
              </a:ext>
            </a:extLst>
          </p:cNvPr>
          <p:cNvSpPr txBox="1"/>
          <p:nvPr/>
        </p:nvSpPr>
        <p:spPr>
          <a:xfrm>
            <a:off x="1377538" y="1632857"/>
            <a:ext cx="89243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 err="1"/>
              <a:t>olo.web</a:t>
            </a:r>
            <a:r>
              <a:rPr lang="en-US" altLang="zh-CN" dirty="0"/>
              <a:t>/</a:t>
            </a:r>
            <a:r>
              <a:rPr lang="en-US" altLang="zh-CN" dirty="0" err="1"/>
              <a:t>olo.mobile</a:t>
            </a:r>
            <a:r>
              <a:rPr lang="en-US" altLang="zh-CN" dirty="0"/>
              <a:t> UI - bug fix, layout design, unit test, e2e test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 err="1"/>
              <a:t>Graphql</a:t>
            </a:r>
            <a:r>
              <a:rPr lang="en-AU" dirty="0"/>
              <a:t> – new mutation and </a:t>
            </a:r>
            <a:r>
              <a:rPr lang="en-AU" dirty="0" err="1"/>
              <a:t>bff</a:t>
            </a:r>
            <a:r>
              <a:rPr lang="en-AU" dirty="0"/>
              <a:t> – bug fix and new properties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Services – bug fix, new feature (new property), new endpoint, unit test, integration test, postman test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Pulse related – bug fix, new features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Revenue Assurance Tool(power app) – for BI team and for all markets</a:t>
            </a:r>
          </a:p>
        </p:txBody>
      </p:sp>
    </p:spTree>
    <p:extLst>
      <p:ext uri="{BB962C8B-B14F-4D97-AF65-F5344CB8AC3E}">
        <p14:creationId xmlns:p14="http://schemas.microsoft.com/office/powerpoint/2010/main" val="1839224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B4C7652A-401A-86BB-1B8A-28DE78FF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925" y="479493"/>
            <a:ext cx="10501875" cy="1325563"/>
          </a:xfrm>
        </p:spPr>
        <p:txBody>
          <a:bodyPr>
            <a:normAutofit/>
          </a:bodyPr>
          <a:lstStyle/>
          <a:p>
            <a:r>
              <a:rPr lang="en-US" dirty="0"/>
              <a:t>4. </a:t>
            </a:r>
            <a:r>
              <a:rPr lang="en-AU" dirty="0"/>
              <a:t>PF </a:t>
            </a:r>
            <a:r>
              <a:rPr lang="en-AU" dirty="0" err="1"/>
              <a:t>pipelinas</a:t>
            </a:r>
            <a:r>
              <a:rPr lang="en-AU" dirty="0"/>
              <a:t>-as-a-service</a:t>
            </a:r>
            <a:endParaRPr lang="en-US" dirty="0"/>
          </a:p>
        </p:txBody>
      </p:sp>
      <p:sp>
        <p:nvSpPr>
          <p:cNvPr id="3" name="Content Placeholder 19">
            <a:extLst>
              <a:ext uri="{FF2B5EF4-FFF2-40B4-BE49-F238E27FC236}">
                <a16:creationId xmlns:a16="http://schemas.microsoft.com/office/drawing/2014/main" id="{F23A3674-4E44-5473-21F2-3F9AF795D8B1}"/>
              </a:ext>
            </a:extLst>
          </p:cNvPr>
          <p:cNvSpPr txBox="1">
            <a:spLocks/>
          </p:cNvSpPr>
          <p:nvPr/>
        </p:nvSpPr>
        <p:spPr>
          <a:xfrm>
            <a:off x="1066437" y="1984443"/>
            <a:ext cx="9110716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457200" lvl="1" indent="0">
              <a:buNone/>
            </a:pPr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0B22AE-40AB-2D92-0E07-36F840D3D4A5}"/>
              </a:ext>
            </a:extLst>
          </p:cNvPr>
          <p:cNvSpPr txBox="1"/>
          <p:nvPr/>
        </p:nvSpPr>
        <p:spPr>
          <a:xfrm>
            <a:off x="1377538" y="1632857"/>
            <a:ext cx="89243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 err="1"/>
              <a:t>olo.web</a:t>
            </a:r>
            <a:r>
              <a:rPr lang="en-US" altLang="zh-CN" dirty="0"/>
              <a:t>/</a:t>
            </a:r>
            <a:r>
              <a:rPr lang="en-US" altLang="zh-CN" dirty="0" err="1"/>
              <a:t>olo.mobile</a:t>
            </a:r>
            <a:r>
              <a:rPr lang="en-US" altLang="zh-CN" dirty="0"/>
              <a:t> UI - bug fix, layout design, unit test, e2e test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 err="1"/>
              <a:t>Graphql</a:t>
            </a:r>
            <a:r>
              <a:rPr lang="en-AU" dirty="0"/>
              <a:t> – new mutation and </a:t>
            </a:r>
            <a:r>
              <a:rPr lang="en-AU" dirty="0" err="1"/>
              <a:t>bff</a:t>
            </a:r>
            <a:r>
              <a:rPr lang="en-AU" dirty="0"/>
              <a:t> – bug fix and new properties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Services – bug fix, new feature (new property), new endpoint, unit test, integration test, postman test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Pulse related – bug fix, new features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Revenue Assurance Tool(power app) – for BI team and for all markets</a:t>
            </a:r>
          </a:p>
        </p:txBody>
      </p:sp>
    </p:spTree>
    <p:extLst>
      <p:ext uri="{BB962C8B-B14F-4D97-AF65-F5344CB8AC3E}">
        <p14:creationId xmlns:p14="http://schemas.microsoft.com/office/powerpoint/2010/main" val="609972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B4C7652A-401A-86BB-1B8A-28DE78FF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925" y="479493"/>
            <a:ext cx="10501875" cy="1325563"/>
          </a:xfrm>
        </p:spPr>
        <p:txBody>
          <a:bodyPr>
            <a:normAutofit/>
          </a:bodyPr>
          <a:lstStyle/>
          <a:p>
            <a:r>
              <a:rPr lang="en-US" dirty="0"/>
              <a:t>5. </a:t>
            </a:r>
            <a:r>
              <a:rPr lang="en-AU" dirty="0"/>
              <a:t>Ways of working</a:t>
            </a:r>
            <a:endParaRPr lang="en-US" dirty="0"/>
          </a:p>
        </p:txBody>
      </p:sp>
      <p:sp>
        <p:nvSpPr>
          <p:cNvPr id="3" name="Content Placeholder 19">
            <a:extLst>
              <a:ext uri="{FF2B5EF4-FFF2-40B4-BE49-F238E27FC236}">
                <a16:creationId xmlns:a16="http://schemas.microsoft.com/office/drawing/2014/main" id="{F23A3674-4E44-5473-21F2-3F9AF795D8B1}"/>
              </a:ext>
            </a:extLst>
          </p:cNvPr>
          <p:cNvSpPr txBox="1">
            <a:spLocks/>
          </p:cNvSpPr>
          <p:nvPr/>
        </p:nvSpPr>
        <p:spPr>
          <a:xfrm>
            <a:off x="1066437" y="1984443"/>
            <a:ext cx="9110716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457200" lvl="1" indent="0">
              <a:buNone/>
            </a:pPr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0B22AE-40AB-2D92-0E07-36F840D3D4A5}"/>
              </a:ext>
            </a:extLst>
          </p:cNvPr>
          <p:cNvSpPr txBox="1"/>
          <p:nvPr/>
        </p:nvSpPr>
        <p:spPr>
          <a:xfrm>
            <a:off x="1377538" y="1632857"/>
            <a:ext cx="89243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altLang="zh-CN" dirty="0"/>
              <a:t>Backlog refine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Developing code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Handover to QE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Review pr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Design test cases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Review test scenarios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Testing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Attach result</a:t>
            </a:r>
          </a:p>
        </p:txBody>
      </p:sp>
    </p:spTree>
    <p:extLst>
      <p:ext uri="{BB962C8B-B14F-4D97-AF65-F5344CB8AC3E}">
        <p14:creationId xmlns:p14="http://schemas.microsoft.com/office/powerpoint/2010/main" val="675463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B4C7652A-401A-86BB-1B8A-28DE78FF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925" y="479493"/>
            <a:ext cx="10501875" cy="1325563"/>
          </a:xfrm>
        </p:spPr>
        <p:txBody>
          <a:bodyPr>
            <a:normAutofit/>
          </a:bodyPr>
          <a:lstStyle/>
          <a:p>
            <a:r>
              <a:rPr lang="en-US" dirty="0"/>
              <a:t>6. </a:t>
            </a:r>
            <a:r>
              <a:rPr lang="en-AU" dirty="0"/>
              <a:t>Technologies – automated test case</a:t>
            </a:r>
            <a:endParaRPr lang="en-US" dirty="0"/>
          </a:p>
        </p:txBody>
      </p:sp>
      <p:sp>
        <p:nvSpPr>
          <p:cNvPr id="3" name="Content Placeholder 19">
            <a:extLst>
              <a:ext uri="{FF2B5EF4-FFF2-40B4-BE49-F238E27FC236}">
                <a16:creationId xmlns:a16="http://schemas.microsoft.com/office/drawing/2014/main" id="{F23A3674-4E44-5473-21F2-3F9AF795D8B1}"/>
              </a:ext>
            </a:extLst>
          </p:cNvPr>
          <p:cNvSpPr txBox="1">
            <a:spLocks/>
          </p:cNvSpPr>
          <p:nvPr/>
        </p:nvSpPr>
        <p:spPr>
          <a:xfrm>
            <a:off x="1066437" y="1984443"/>
            <a:ext cx="9110716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457200" lvl="1" indent="0">
              <a:buNone/>
            </a:pPr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0B22AE-40AB-2D92-0E07-36F840D3D4A5}"/>
              </a:ext>
            </a:extLst>
          </p:cNvPr>
          <p:cNvSpPr txBox="1"/>
          <p:nvPr/>
        </p:nvSpPr>
        <p:spPr>
          <a:xfrm>
            <a:off x="1377538" y="1632857"/>
            <a:ext cx="892430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altLang="zh-CN" dirty="0"/>
              <a:t>Front End Test – Example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AU" dirty="0"/>
              <a:t>Payment </a:t>
            </a:r>
            <a:r>
              <a:rPr lang="en-AU" dirty="0" err="1"/>
              <a:t>servies</a:t>
            </a:r>
            <a:r>
              <a:rPr lang="en-AU" dirty="0"/>
              <a:t> (Rakuten, </a:t>
            </a:r>
            <a:r>
              <a:rPr lang="en-AU" dirty="0" err="1"/>
              <a:t>Endered</a:t>
            </a:r>
            <a:r>
              <a:rPr lang="en-AU" dirty="0"/>
              <a:t> etc)</a:t>
            </a:r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Backend Test – Example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AU" dirty="0" err="1"/>
              <a:t>Edenred</a:t>
            </a:r>
            <a:r>
              <a:rPr lang="en-AU" dirty="0"/>
              <a:t> payment test code and pipeline - https://</a:t>
            </a:r>
            <a:r>
              <a:rPr lang="en-AU" dirty="0" err="1"/>
              <a:t>dev.azure.com</a:t>
            </a:r>
            <a:r>
              <a:rPr lang="en-AU" dirty="0"/>
              <a:t>/dominos-au/OneDigital/_build/</a:t>
            </a:r>
            <a:r>
              <a:rPr lang="en-AU" dirty="0" err="1"/>
              <a:t>results?buildId</a:t>
            </a:r>
            <a:r>
              <a:rPr lang="en-AU" dirty="0"/>
              <a:t>=146628&amp;view=results</a:t>
            </a:r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Postman/Insomnia test – Example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AU" dirty="0"/>
              <a:t>Show some endpoints</a:t>
            </a:r>
          </a:p>
          <a:p>
            <a:pPr marL="971550" lvl="1" indent="-514350">
              <a:buFont typeface="+mj-lt"/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84161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B4C7652A-401A-86BB-1B8A-28DE78FF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925" y="479493"/>
            <a:ext cx="10501875" cy="1325563"/>
          </a:xfrm>
        </p:spPr>
        <p:txBody>
          <a:bodyPr>
            <a:normAutofit/>
          </a:bodyPr>
          <a:lstStyle/>
          <a:p>
            <a:r>
              <a:rPr lang="en-US" dirty="0"/>
              <a:t>7. </a:t>
            </a:r>
            <a:r>
              <a:rPr lang="en-AU" dirty="0"/>
              <a:t>Environment</a:t>
            </a:r>
            <a:endParaRPr lang="en-US" dirty="0"/>
          </a:p>
        </p:txBody>
      </p:sp>
      <p:sp>
        <p:nvSpPr>
          <p:cNvPr id="3" name="Content Placeholder 19">
            <a:extLst>
              <a:ext uri="{FF2B5EF4-FFF2-40B4-BE49-F238E27FC236}">
                <a16:creationId xmlns:a16="http://schemas.microsoft.com/office/drawing/2014/main" id="{F23A3674-4E44-5473-21F2-3F9AF795D8B1}"/>
              </a:ext>
            </a:extLst>
          </p:cNvPr>
          <p:cNvSpPr txBox="1">
            <a:spLocks/>
          </p:cNvSpPr>
          <p:nvPr/>
        </p:nvSpPr>
        <p:spPr>
          <a:xfrm>
            <a:off x="1066437" y="1984443"/>
            <a:ext cx="9110716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457200" lvl="1" indent="0">
              <a:buNone/>
            </a:pPr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0B22AE-40AB-2D92-0E07-36F840D3D4A5}"/>
              </a:ext>
            </a:extLst>
          </p:cNvPr>
          <p:cNvSpPr txBox="1"/>
          <p:nvPr/>
        </p:nvSpPr>
        <p:spPr>
          <a:xfrm>
            <a:off x="1377538" y="1632857"/>
            <a:ext cx="892430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altLang="zh-CN" dirty="0"/>
              <a:t>Front End Test – Example</a:t>
            </a:r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Backend Test – Example</a:t>
            </a:r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Postman/Insomnia test - Example</a:t>
            </a:r>
          </a:p>
        </p:txBody>
      </p:sp>
    </p:spTree>
    <p:extLst>
      <p:ext uri="{BB962C8B-B14F-4D97-AF65-F5344CB8AC3E}">
        <p14:creationId xmlns:p14="http://schemas.microsoft.com/office/powerpoint/2010/main" val="3192091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B4C7652A-401A-86BB-1B8A-28DE78FF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925" y="479493"/>
            <a:ext cx="10501875" cy="1325563"/>
          </a:xfrm>
        </p:spPr>
        <p:txBody>
          <a:bodyPr>
            <a:normAutofit/>
          </a:bodyPr>
          <a:lstStyle/>
          <a:p>
            <a:r>
              <a:rPr lang="en-US" dirty="0"/>
              <a:t>7. </a:t>
            </a:r>
            <a:r>
              <a:rPr lang="en-AU" dirty="0"/>
              <a:t>Code Changes Testing</a:t>
            </a:r>
            <a:endParaRPr lang="en-US" dirty="0"/>
          </a:p>
        </p:txBody>
      </p:sp>
      <p:sp>
        <p:nvSpPr>
          <p:cNvPr id="3" name="Content Placeholder 19">
            <a:extLst>
              <a:ext uri="{FF2B5EF4-FFF2-40B4-BE49-F238E27FC236}">
                <a16:creationId xmlns:a16="http://schemas.microsoft.com/office/drawing/2014/main" id="{F23A3674-4E44-5473-21F2-3F9AF795D8B1}"/>
              </a:ext>
            </a:extLst>
          </p:cNvPr>
          <p:cNvSpPr txBox="1">
            <a:spLocks/>
          </p:cNvSpPr>
          <p:nvPr/>
        </p:nvSpPr>
        <p:spPr>
          <a:xfrm>
            <a:off x="1066437" y="1984443"/>
            <a:ext cx="9110716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457200" lvl="1" indent="0">
              <a:buNone/>
            </a:pPr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0B22AE-40AB-2D92-0E07-36F840D3D4A5}"/>
              </a:ext>
            </a:extLst>
          </p:cNvPr>
          <p:cNvSpPr txBox="1"/>
          <p:nvPr/>
        </p:nvSpPr>
        <p:spPr>
          <a:xfrm>
            <a:off x="1377538" y="1632857"/>
            <a:ext cx="892430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altLang="zh-CN" dirty="0"/>
              <a:t>Front End Test – Example</a:t>
            </a:r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Backend Test – Example</a:t>
            </a:r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Postman/Insomnia test - Example</a:t>
            </a:r>
          </a:p>
        </p:txBody>
      </p:sp>
    </p:spTree>
    <p:extLst>
      <p:ext uri="{BB962C8B-B14F-4D97-AF65-F5344CB8AC3E}">
        <p14:creationId xmlns:p14="http://schemas.microsoft.com/office/powerpoint/2010/main" val="2222947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DB93-2CD4-F320-BC48-2E43D740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5" descr="A blue circle with a tower and a red circle&#10;&#10;Description automatically generated with low confidence">
            <a:extLst>
              <a:ext uri="{FF2B5EF4-FFF2-40B4-BE49-F238E27FC236}">
                <a16:creationId xmlns:a16="http://schemas.microsoft.com/office/drawing/2014/main" id="{C224142A-A85C-EC20-31B2-A4F59A736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02" y="3002556"/>
            <a:ext cx="1389869" cy="1403768"/>
          </a:xfrm>
          <a:prstGeom prst="rect">
            <a:avLst/>
          </a:prstGeom>
        </p:spPr>
      </p:pic>
      <p:pic>
        <p:nvPicPr>
          <p:cNvPr id="5" name="Picture 4" descr="A picture containing graphics, circle, logo, font&#10;&#10;Description automatically generated">
            <a:extLst>
              <a:ext uri="{FF2B5EF4-FFF2-40B4-BE49-F238E27FC236}">
                <a16:creationId xmlns:a16="http://schemas.microsoft.com/office/drawing/2014/main" id="{537476F6-7E97-9476-40C6-0F0EEE82D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123" y="3000597"/>
            <a:ext cx="1401300" cy="1401300"/>
          </a:xfrm>
          <a:prstGeom prst="rect">
            <a:avLst/>
          </a:prstGeom>
        </p:spPr>
      </p:pic>
      <p:pic>
        <p:nvPicPr>
          <p:cNvPr id="6" name="Picture 5" descr="A picture containing circle, graphics, clipart, screenshot&#10;&#10;Description automatically generated">
            <a:extLst>
              <a:ext uri="{FF2B5EF4-FFF2-40B4-BE49-F238E27FC236}">
                <a16:creationId xmlns:a16="http://schemas.microsoft.com/office/drawing/2014/main" id="{B901634C-2ABA-F1F4-1BF0-C95DF4CBC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034" y="3003066"/>
            <a:ext cx="1398830" cy="1398830"/>
          </a:xfrm>
          <a:prstGeom prst="rect">
            <a:avLst/>
          </a:prstGeom>
        </p:spPr>
      </p:pic>
      <p:pic>
        <p:nvPicPr>
          <p:cNvPr id="7" name="Picture 6" descr="A blue circle with red and white card&#10;&#10;Description automatically generated with low confidence">
            <a:extLst>
              <a:ext uri="{FF2B5EF4-FFF2-40B4-BE49-F238E27FC236}">
                <a16:creationId xmlns:a16="http://schemas.microsoft.com/office/drawing/2014/main" id="{3EB36905-C673-0599-4D25-91F14012ED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1809" y="3001107"/>
            <a:ext cx="1396360" cy="1396360"/>
          </a:xfrm>
          <a:prstGeom prst="rect">
            <a:avLst/>
          </a:prstGeom>
        </p:spPr>
      </p:pic>
      <p:pic>
        <p:nvPicPr>
          <p:cNvPr id="8" name="Picture 7" descr="A blue circle with white and red dice on top of a building&#10;&#10;Description automatically generated with low confidence">
            <a:extLst>
              <a:ext uri="{FF2B5EF4-FFF2-40B4-BE49-F238E27FC236}">
                <a16:creationId xmlns:a16="http://schemas.microsoft.com/office/drawing/2014/main" id="{3F7C0704-0E70-252E-62DC-80B2E75119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3961" y="3001107"/>
            <a:ext cx="1382535" cy="1396360"/>
          </a:xfrm>
          <a:prstGeom prst="rect">
            <a:avLst/>
          </a:prstGeom>
        </p:spPr>
      </p:pic>
      <p:pic>
        <p:nvPicPr>
          <p:cNvPr id="9" name="Picture 8" descr="A blue circle with white legs and feet&#10;&#10;Description automatically generated with low confidence">
            <a:extLst>
              <a:ext uri="{FF2B5EF4-FFF2-40B4-BE49-F238E27FC236}">
                <a16:creationId xmlns:a16="http://schemas.microsoft.com/office/drawing/2014/main" id="{9773CD2F-4677-D06A-891D-4621869BE4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3707" y="3001107"/>
            <a:ext cx="1382535" cy="139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826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48BEB277C78944A5DF097A269E34A6" ma:contentTypeVersion="19" ma:contentTypeDescription="Create a new document." ma:contentTypeScope="" ma:versionID="f8bfa346d1dc34af6d327f903aa16627">
  <xsd:schema xmlns:xsd="http://www.w3.org/2001/XMLSchema" xmlns:xs="http://www.w3.org/2001/XMLSchema" xmlns:p="http://schemas.microsoft.com/office/2006/metadata/properties" xmlns:ns2="d79a2033-0dba-40c2-b50f-81c0f06020a2" xmlns:ns3="f1bde7a7-647c-4479-a151-ce3827770003" targetNamespace="http://schemas.microsoft.com/office/2006/metadata/properties" ma:root="true" ma:fieldsID="55af60c4aa84463ee0016c4c23d4b9ae" ns2:_="" ns3:_="">
    <xsd:import namespace="d79a2033-0dba-40c2-b50f-81c0f06020a2"/>
    <xsd:import namespace="f1bde7a7-647c-4479-a151-ce38277700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PMO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9a2033-0dba-40c2-b50f-81c0f06020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PMO" ma:index="10" ma:displayName="PMO" ma:default="APAC Region" ma:format="Dropdown" ma:indexed="true" ma:internalName="PMO">
      <xsd:simpleType>
        <xsd:restriction base="dms:Choice">
          <xsd:enumeration value="APAC Region"/>
          <xsd:enumeration value="EU Region"/>
          <xsd:enumeration value="Group Technology"/>
        </xsd:restriction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e10c0a0-420d-4cd6-ab1a-b3636a602e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de7a7-647c-4479-a151-ce3827770003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db0eb45-74f3-476c-a0dd-07a1f1b22820}" ma:internalName="TaxCatchAll" ma:showField="CatchAllData" ma:web="f1bde7a7-647c-4479-a151-ce38277700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1bde7a7-647c-4479-a151-ce3827770003" xsi:nil="true"/>
    <lcf76f155ced4ddcb4097134ff3c332f xmlns="d79a2033-0dba-40c2-b50f-81c0f06020a2">
      <Terms xmlns="http://schemas.microsoft.com/office/infopath/2007/PartnerControls"/>
    </lcf76f155ced4ddcb4097134ff3c332f>
    <PMO xmlns="d79a2033-0dba-40c2-b50f-81c0f06020a2">APAC Region</PMO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5F7DF1-4B65-4659-89C3-4B5E001A25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9a2033-0dba-40c2-b50f-81c0f06020a2"/>
    <ds:schemaRef ds:uri="f1bde7a7-647c-4479-a151-ce38277700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F7C8050-E39C-4C5C-9667-3F5CCDCA53BA}">
  <ds:schemaRefs>
    <ds:schemaRef ds:uri="f1bde7a7-647c-4479-a151-ce3827770003"/>
    <ds:schemaRef ds:uri="http://schemas.microsoft.com/office/2006/metadata/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d79a2033-0dba-40c2-b50f-81c0f06020a2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5CD857C-B27B-4E41-90FA-E5F9F99043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1818</TotalTime>
  <Words>450</Words>
  <Application>Microsoft Macintosh PowerPoint</Application>
  <PresentationFormat>Widescreen</PresentationFormat>
  <Paragraphs>138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Futura PT Cond Extra Bold</vt:lpstr>
      <vt:lpstr>Calibri Light</vt:lpstr>
      <vt:lpstr>Arial</vt:lpstr>
      <vt:lpstr>Office Theme</vt:lpstr>
      <vt:lpstr>QE Day</vt:lpstr>
      <vt:lpstr>CONTENTS</vt:lpstr>
      <vt:lpstr>1. Intro</vt:lpstr>
      <vt:lpstr>2. Tech Stack</vt:lpstr>
      <vt:lpstr>3. Types of components delivered</vt:lpstr>
      <vt:lpstr>4. PF pipelinas-as-a-service</vt:lpstr>
      <vt:lpstr>5. Ways of working</vt:lpstr>
      <vt:lpstr>6. Technologies – automated test case</vt:lpstr>
      <vt:lpstr>7. Environment</vt:lpstr>
      <vt:lpstr>7. Code Changes Testing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McLachlan</dc:creator>
  <cp:lastModifiedBy>feng xiao</cp:lastModifiedBy>
  <cp:revision>38</cp:revision>
  <dcterms:created xsi:type="dcterms:W3CDTF">2023-06-06T07:01:40Z</dcterms:created>
  <dcterms:modified xsi:type="dcterms:W3CDTF">2024-02-15T03:49:43Z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0x010100CE48BEB277C78944A5DF097A269E34A6</vt:lpwstr>
  </property>
  <property fmtid="{D5CDD505-2E9C-101B-9397-08002B2CF9AE}" pid="3" name="MediaServiceImageTags">
    <vt:lpwstr/>
  </property>
</Properties>
</file>